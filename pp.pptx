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CF0FA0-D233-456C-8628-6DA16A826411}" v="5" dt="2026-06-14T10:37:00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9323" y="598231"/>
            <a:ext cx="7772400" cy="1470025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65123" y="2552699"/>
            <a:ext cx="7398774" cy="3707069"/>
          </a:xfrm>
        </p:spPr>
        <p:txBody>
          <a:bodyPr>
            <a:normAutofit lnSpcReduction="10000"/>
          </a:bodyPr>
          <a:lstStyle/>
          <a:p>
            <a:r>
              <a:rPr dirty="0">
                <a:solidFill>
                  <a:schemeClr val="tx1"/>
                </a:solidFill>
              </a:rPr>
              <a:t>Book Recommendation System using Python</a:t>
            </a:r>
          </a:p>
          <a:p>
            <a:r>
              <a:rPr dirty="0">
                <a:solidFill>
                  <a:schemeClr val="tx1"/>
                </a:solidFill>
              </a:rPr>
              <a:t>Python Individual Assig</a:t>
            </a:r>
            <a:r>
              <a:rPr lang="en-IN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ment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pPr algn="r"/>
            <a:r>
              <a:rPr lang="en-IN" sz="2000" dirty="0">
                <a:solidFill>
                  <a:schemeClr val="tx1"/>
                </a:solidFill>
              </a:rPr>
              <a:t>By: B.SHIVANI</a:t>
            </a:r>
          </a:p>
          <a:p>
            <a:pPr algn="r"/>
            <a:r>
              <a:rPr lang="en-IN" sz="2000" dirty="0">
                <a:solidFill>
                  <a:schemeClr val="tx1"/>
                </a:solidFill>
              </a:rPr>
              <a:t>160625748007</a:t>
            </a:r>
          </a:p>
          <a:p>
            <a:pPr algn="r"/>
            <a:r>
              <a:rPr lang="en-IN" sz="2000" dirty="0">
                <a:solidFill>
                  <a:schemeClr val="tx1"/>
                </a:solidFill>
              </a:rPr>
              <a:t>AIML-A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system that recommends books based on user interests, genre, or author preferences.</a:t>
            </a:r>
          </a:p>
          <a:p>
            <a:pPr marL="0" indent="0">
              <a:buNone/>
            </a:pPr>
            <a:r>
              <a:rPr dirty="0"/>
              <a:t>• Helps users discover books quickly and efficiently</a:t>
            </a:r>
          </a:p>
          <a:p>
            <a:pPr marL="0" indent="0">
              <a:buNone/>
            </a:pPr>
            <a:r>
              <a:rPr dirty="0"/>
              <a:t>• Provides recommendations based on reading habits</a:t>
            </a:r>
          </a:p>
          <a:p>
            <a:pPr marL="0" indent="0">
              <a:buNone/>
            </a:pPr>
            <a:r>
              <a:rPr dirty="0"/>
              <a:t>• Useful for students, libraries, and online platforms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Recommend books based on interests</a:t>
            </a:r>
          </a:p>
          <a:p>
            <a:pPr marL="0" indent="0">
              <a:buNone/>
            </a:pPr>
            <a:r>
              <a:rPr dirty="0"/>
              <a:t>• Store book details</a:t>
            </a:r>
          </a:p>
          <a:p>
            <a:pPr marL="0" indent="0">
              <a:buNone/>
            </a:pPr>
            <a:r>
              <a:rPr dirty="0"/>
              <a:t>• Search books easily</a:t>
            </a:r>
          </a:p>
          <a:p>
            <a:pPr marL="0" indent="0">
              <a:buNone/>
            </a:pPr>
            <a:r>
              <a:rPr dirty="0"/>
              <a:t>• Use Python concepts</a:t>
            </a:r>
          </a:p>
          <a:p>
            <a:pPr marL="0" indent="0">
              <a:buNone/>
            </a:pPr>
            <a:r>
              <a:rPr dirty="0"/>
              <a:t>• Improve user reading experience</a:t>
            </a:r>
          </a:p>
          <a:p>
            <a:pPr marL="0" indent="0">
              <a:buNone/>
            </a:pPr>
            <a:r>
              <a:rPr dirty="0"/>
              <a:t>• Maintain an organized collection of books</a:t>
            </a:r>
          </a:p>
          <a:p>
            <a:pPr marL="0" indent="0">
              <a:buNone/>
            </a:pPr>
            <a:r>
              <a:rPr dirty="0"/>
              <a:t>• Demonstrate Python programming skills in a real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Programming Language: Python</a:t>
            </a:r>
          </a:p>
          <a:p>
            <a:r>
              <a:rPr dirty="0"/>
              <a:t>Concepts: Lists, Dictionaries, Functions, Loops, Conditions</a:t>
            </a:r>
          </a:p>
          <a:p>
            <a:pPr marL="0" indent="0">
              <a:buNone/>
            </a:pPr>
            <a:r>
              <a:rPr dirty="0"/>
              <a:t>• Python is used for implementing the </a:t>
            </a:r>
            <a:r>
              <a:rPr lang="en-IN" dirty="0"/>
              <a:t>       r</a:t>
            </a:r>
            <a:r>
              <a:rPr dirty="0"/>
              <a:t>recommendation logic</a:t>
            </a:r>
          </a:p>
          <a:p>
            <a:pPr marL="0" indent="0">
              <a:buNone/>
            </a:pPr>
            <a:r>
              <a:rPr dirty="0"/>
              <a:t>• Functions and loops improve code reusability and efficiency</a:t>
            </a:r>
          </a:p>
          <a:p>
            <a:pPr marL="0" indent="0">
              <a:buNone/>
            </a:pPr>
            <a:r>
              <a:rPr dirty="0"/>
              <a:t>• Dictionaries are used to store and manage book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1. Book Database Module</a:t>
            </a:r>
          </a:p>
          <a:p>
            <a:pPr marL="0" indent="0">
              <a:buNone/>
            </a:pPr>
            <a:r>
              <a:rPr dirty="0"/>
              <a:t>2. Recommendation Module</a:t>
            </a:r>
          </a:p>
          <a:p>
            <a:pPr marL="0" indent="0">
              <a:buNone/>
            </a:pPr>
            <a:r>
              <a:rPr dirty="0"/>
              <a:t>3. Search Module</a:t>
            </a:r>
          </a:p>
          <a:p>
            <a:pPr marL="0" indent="0">
              <a:buNone/>
            </a:pPr>
            <a:r>
              <a:rPr dirty="0"/>
              <a:t>4. Display Module</a:t>
            </a:r>
          </a:p>
          <a:p>
            <a:pPr marL="0" indent="0">
              <a:buNone/>
            </a:pPr>
            <a:r>
              <a:rPr dirty="0"/>
              <a:t>• Database module stores genres and book names</a:t>
            </a:r>
          </a:p>
          <a:p>
            <a:pPr marL="0" indent="0">
              <a:buNone/>
            </a:pPr>
            <a:r>
              <a:rPr dirty="0"/>
              <a:t>• Search module allows users to find books instantly</a:t>
            </a:r>
          </a:p>
          <a:p>
            <a:pPr marL="0" indent="0">
              <a:buNone/>
            </a:pPr>
            <a:r>
              <a:rPr dirty="0"/>
              <a:t>• Display module presents recommendations in a user-friendly way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enters favorite genre → System checks database → Recommended books are displayed</a:t>
            </a:r>
          </a:p>
          <a:p>
            <a:pPr marL="0" indent="0">
              <a:buNone/>
            </a:pPr>
            <a:r>
              <a:rPr dirty="0"/>
              <a:t>• The system accepts input from the user</a:t>
            </a:r>
          </a:p>
          <a:p>
            <a:pPr marL="0" indent="0">
              <a:buNone/>
            </a:pPr>
            <a:r>
              <a:rPr dirty="0"/>
              <a:t>• It compares the input with the stored database</a:t>
            </a:r>
          </a:p>
          <a:p>
            <a:pPr marL="0" indent="0">
              <a:buNone/>
            </a:pPr>
            <a:r>
              <a:rPr dirty="0"/>
              <a:t>• Matching books are displayed as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Sample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books = {"Fantasy":["Harry Potter"]}</a:t>
            </a:r>
          </a:p>
          <a:p>
            <a:r>
              <a:rPr dirty="0"/>
              <a:t>genre=input("Genre: ")</a:t>
            </a:r>
          </a:p>
          <a:p>
            <a:r>
              <a:rPr dirty="0"/>
              <a:t>print(books.get(genre,"Not found"))</a:t>
            </a:r>
          </a:p>
          <a:p>
            <a:r>
              <a:rPr dirty="0"/>
              <a:t> The code uses dictionaries for storing genres</a:t>
            </a:r>
          </a:p>
          <a:p>
            <a:r>
              <a:rPr lang="en-IN" dirty="0"/>
              <a:t> </a:t>
            </a:r>
            <a:r>
              <a:rPr dirty="0"/>
              <a:t>User input is taken dynamically at runtime</a:t>
            </a:r>
          </a:p>
          <a:p>
            <a:r>
              <a:rPr lang="en-IN" dirty="0"/>
              <a:t> </a:t>
            </a:r>
            <a:r>
              <a:rPr dirty="0"/>
              <a:t>The get() function prevents errors when a genre is unavailable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C13EC-3321-C6F8-EBDF-C6DB1D96619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77C9371-4841-A384-8D34-F553C5D22E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741" y="3283027"/>
            <a:ext cx="7122518" cy="1744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E07E6D-03BE-964E-C114-DC3E0CE66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40" y="1760832"/>
            <a:ext cx="7122519" cy="15221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018930-37E4-6AF2-4DE1-080DDFF00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740" y="5027396"/>
            <a:ext cx="7122518" cy="152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035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Easy book discovery</a:t>
            </a:r>
          </a:p>
          <a:p>
            <a:pPr marL="0" indent="0">
              <a:buNone/>
            </a:pPr>
            <a:r>
              <a:rPr dirty="0"/>
              <a:t>• Saves time</a:t>
            </a:r>
          </a:p>
          <a:p>
            <a:pPr marL="0" indent="0">
              <a:buNone/>
            </a:pPr>
            <a:r>
              <a:rPr dirty="0"/>
              <a:t>• Personalized suggestions</a:t>
            </a:r>
          </a:p>
          <a:p>
            <a:pPr marL="0" indent="0">
              <a:buNone/>
            </a:pPr>
            <a:r>
              <a:rPr dirty="0"/>
              <a:t>• Improves accessibility to books</a:t>
            </a:r>
          </a:p>
          <a:p>
            <a:pPr marL="0" indent="0">
              <a:buNone/>
            </a:pPr>
            <a:r>
              <a:rPr dirty="0"/>
              <a:t>• Reduces effort in finding suitable books</a:t>
            </a:r>
          </a:p>
          <a:p>
            <a:pPr marL="0" indent="0">
              <a:buNone/>
            </a:pPr>
            <a:r>
              <a:rPr dirty="0"/>
              <a:t>• Can be expanded with advanced recommendation techniques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The Book Recommendation System helps users find books according to their preferences.</a:t>
            </a:r>
          </a:p>
          <a:p>
            <a:pPr marL="0" indent="0">
              <a:buNone/>
            </a:pPr>
            <a:r>
              <a:rPr dirty="0"/>
              <a:t>• The project demonstrates practical use of Python concepts</a:t>
            </a:r>
          </a:p>
          <a:p>
            <a:pPr marL="0" indent="0">
              <a:buNone/>
            </a:pPr>
            <a:r>
              <a:rPr dirty="0"/>
              <a:t>• It can be further improved using machine learning</a:t>
            </a:r>
          </a:p>
          <a:p>
            <a:pPr marL="0" indent="0">
              <a:buNone/>
            </a:pPr>
            <a:r>
              <a:rPr dirty="0"/>
              <a:t>• The system encourages readers to explore new genres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358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Title</vt:lpstr>
      <vt:lpstr>Introduction</vt:lpstr>
      <vt:lpstr>Objectives</vt:lpstr>
      <vt:lpstr>Tools &amp; Technologies</vt:lpstr>
      <vt:lpstr>Modules</vt:lpstr>
      <vt:lpstr>Working</vt:lpstr>
      <vt:lpstr>Sample Code</vt:lpstr>
      <vt:lpstr>Output</vt:lpstr>
      <vt:lpstr>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Shivani Badhagowni</dc:creator>
  <cp:keywords/>
  <dc:description>generated using python-pptx</dc:description>
  <cp:lastModifiedBy>Shivani Badhagowni</cp:lastModifiedBy>
  <cp:revision>3</cp:revision>
  <dcterms:created xsi:type="dcterms:W3CDTF">2013-01-27T09:14:16Z</dcterms:created>
  <dcterms:modified xsi:type="dcterms:W3CDTF">2026-06-14T10:37:00Z</dcterms:modified>
  <cp:category/>
</cp:coreProperties>
</file>